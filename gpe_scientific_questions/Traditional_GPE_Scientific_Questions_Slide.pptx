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【组会汇报讲稿 - 科学问题页（仅展示传统凝胶电解质的共性问题，自然引出下一页本工作的设计思路）】</a:t>
            </a:r>
          </a:p>
          <a:p>
            <a:r>
              <a:t>各位老师、同学好。在介绍我们自己设计的凝胶电解质体系之前，我们先来看一下传统凝胶聚合物电解质（GPE）普遍面临的两大共性科学问题：</a:t>
            </a:r>
          </a:p>
          <a:p/>
          <a:p>
            <a:r>
              <a:t>第一（看左图）：【体相层面，为什么液态电解液凝胶化后，离子电导率（σ）和锂离子迁移数（t_Li+）会显著下降？】</a:t>
            </a:r>
          </a:p>
          <a:p>
            <a:r>
              <a:t>相比于左侧连续畅通的液态电解液，传统凝胶电解质引入交联聚合物骨架后存在三重阻碍：</a:t>
            </a:r>
          </a:p>
          <a:p>
            <a:r>
              <a:t>一是三维聚合物网格把原本连续的液相分割成微区，阻断了Li+直通路径，曲折度τ大幅增加，且强极性骨架与低极性溶剂组分容易发生微相分离堵塞通道；</a:t>
            </a:r>
          </a:p>
          <a:p>
            <a:r>
              <a:t>二是刚性骨架上的极性基团对Li+配位过强，而交联后链段运动受限，导致Li+陷入深势阱被‘锁死’难以解离跳跃；</a:t>
            </a:r>
          </a:p>
          <a:p>
            <a:r>
              <a:t>三是常规强溶剂紧密包裹Li+形成庞大的溶剂分离离子对（SSIP），而阴离子缺乏骨架锚定自由移动，导致电导率σ与迁移数t_Li+双低。</a:t>
            </a:r>
          </a:p>
          <a:p/>
          <a:p>
            <a:r>
              <a:t>第二（看右图）：【界面层面，为什么传统凝胶/电极界面阻抗高、易长锂枝晶且正负极界面失稳？】</a:t>
            </a:r>
          </a:p>
          <a:p>
            <a:r>
              <a:t>在负极侧，传统凝胶难以完全浸润粗糙电极微孔，固-固接触空隙导致局部电流集中；同时界面处Li+受溶剂和骨架双重束缚脱溶能垒极高，且自由溶剂优先还原生成的有机SEI疏松易碎，极易诱发锂枝晶刺穿；</a:t>
            </a:r>
          </a:p>
          <a:p>
            <a:r>
              <a:t>在正极侧，常规溶剂和聚合物耐高压能力不足，且锂盐遇痕量水生成HF酸腐蚀正极，引起过渡金属离子（TMn+）溶出和结构退化。</a:t>
            </a:r>
          </a:p>
          <a:p/>
          <a:p>
            <a:r>
              <a:t>【承上启下引出下一页】：</a:t>
            </a:r>
          </a:p>
          <a:p>
            <a:r>
              <a:t>正是为了同步解决传统凝胶电解质‘体相电导率下降’和‘正负极界面失稳’这两大共性难题，我们提出了下一页的体系设计思路——引入双官能度MBA交联单体，并搭配1.0M LiPF6 + 0.2M LiDFOB in DMTFA:TTE (1:1)弱溶剂化电解液体系！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" y="109728"/>
            <a:ext cx="11859768" cy="475488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55448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关键科学问题：传统凝胶聚合物电解质（GPE）面临的两大共性瓶颈</a:t>
            </a:r>
          </a:p>
        </p:txBody>
      </p:sp>
      <p:pic>
        <p:nvPicPr>
          <p:cNvPr id="5" name="Picture 4" descr="Common_Q1_Bulk_Conductivity_D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0080"/>
            <a:ext cx="5852160" cy="5592064"/>
          </a:xfrm>
          <a:prstGeom prst="rect">
            <a:avLst/>
          </a:prstGeom>
        </p:spPr>
      </p:pic>
      <p:pic>
        <p:nvPicPr>
          <p:cNvPr id="6" name="Picture 5" descr="Common_Q2_Interface_Degra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640080"/>
            <a:ext cx="5852160" cy="559206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64592" y="6291072"/>
            <a:ext cx="11859768" cy="475488"/>
          </a:xfrm>
          <a:prstGeom prst="roundRect">
            <a:avLst>
              <a:gd name="adj" fmla="val 4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6345936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Microsoft YaHei"/>
              </a:rPr>
              <a:t>➔ 由此引出本课题设计思路：如何通过“交联网络-溶剂分子间增塑相容调控”与“弱溶剂化富阴离子鞘及成膜盐协同设计”，同步突破【体相传输慢】与【界面易失稳】两大瓶颈？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raditional_GPE_Two_Common_Problems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mmon_Q1_Bulk_Conductivity_D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91440"/>
            <a:ext cx="6985591" cy="6675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mmon_Q2_Interface_Degra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91440"/>
            <a:ext cx="6985591" cy="6675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BA_GPE_Two_Pictures_PPT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